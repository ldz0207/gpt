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8fccd2eb24717" /><Relationship Type="http://schemas.openxmlformats.org/officeDocument/2006/relationships/extended-properties" Target="/docProps/app.xml" Id="R244cbab8f4a24f6a" /><Relationship Type="http://schemas.openxmlformats.org/officeDocument/2006/relationships/officeDocument" Target="/ppt/presentation.xml" Id="Rc22b9cba0ad14a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27fdf14be4bf8"/>
  </p:sldMasterIdLst>
  <p:notesMasterIdLst>
    <p:notesMasterId xmlns:r="http://schemas.openxmlformats.org/officeDocument/2006/relationships" r:id="Rc3a895f3013a4f64"/>
  </p:notesMasterIdLst>
  <p:sldIdLst>
    <p:sldId xmlns:r="http://schemas.openxmlformats.org/officeDocument/2006/relationships" id="256" r:id="Rcdd801bc971e4e49"/>
    <p:sldId xmlns:r="http://schemas.openxmlformats.org/officeDocument/2006/relationships" id="257" r:id="R25776d15d9cc4075"/>
    <p:sldId xmlns:r="http://schemas.openxmlformats.org/officeDocument/2006/relationships" id="258" r:id="Ra96b5273022a4108"/>
    <p:sldId xmlns:r="http://schemas.openxmlformats.org/officeDocument/2006/relationships" id="259" r:id="Rd17bdf7fc2ee442d"/>
    <p:sldId xmlns:r="http://schemas.openxmlformats.org/officeDocument/2006/relationships" id="260" r:id="R1ef67b4d9d984e7a"/>
    <p:sldId xmlns:r="http://schemas.openxmlformats.org/officeDocument/2006/relationships" id="261" r:id="R113ffee7003e433e"/>
    <p:sldId xmlns:r="http://schemas.openxmlformats.org/officeDocument/2006/relationships" id="262" r:id="Rcc0bceb89cc545a4"/>
    <p:sldId xmlns:r="http://schemas.openxmlformats.org/officeDocument/2006/relationships" id="263" r:id="Raa558919c40a4763"/>
    <p:sldId xmlns:r="http://schemas.openxmlformats.org/officeDocument/2006/relationships" id="264" r:id="R63c429db2a894fe9"/>
    <p:sldId xmlns:r="http://schemas.openxmlformats.org/officeDocument/2006/relationships" id="265" r:id="Re5c573e099094f0c"/>
    <p:sldId xmlns:r="http://schemas.openxmlformats.org/officeDocument/2006/relationships" id="266" r:id="R2c6d7c19c4b14b13"/>
    <p:sldId xmlns:r="http://schemas.openxmlformats.org/officeDocument/2006/relationships" id="267" r:id="R96f25ff8e92e40b6"/>
    <p:sldId xmlns:r="http://schemas.openxmlformats.org/officeDocument/2006/relationships" id="268" r:id="R5da9f90863a44d99"/>
    <p:sldId xmlns:r="http://schemas.openxmlformats.org/officeDocument/2006/relationships" id="269" r:id="R88dd83917fae4b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cca648270a4d55" /><Relationship Type="http://schemas.openxmlformats.org/officeDocument/2006/relationships/slideMaster" Target="/ppt/slideMasters/slideMaster1.xml" Id="R78827fdf14be4bf8" /><Relationship Type="http://schemas.openxmlformats.org/officeDocument/2006/relationships/notesMaster" Target="/ppt/notesMasters/notesMaster1.xml" Id="Rc3a895f3013a4f64" /><Relationship Type="http://schemas.openxmlformats.org/officeDocument/2006/relationships/presProps" Target="/ppt/presProps.xml" Id="Rad430c3f178b4785" /><Relationship Type="http://schemas.openxmlformats.org/officeDocument/2006/relationships/tableStyles" Target="/ppt/tableStyles.xml" Id="R4f78d6425eff4383" /><Relationship Type="http://schemas.openxmlformats.org/officeDocument/2006/relationships/slide" Target="/ppt/slides/slide1.xml" Id="Rcdd801bc971e4e49" /><Relationship Type="http://schemas.openxmlformats.org/officeDocument/2006/relationships/slide" Target="/ppt/slides/slide2.xml" Id="R25776d15d9cc4075" /><Relationship Type="http://schemas.openxmlformats.org/officeDocument/2006/relationships/slide" Target="/ppt/slides/slide3.xml" Id="Ra96b5273022a4108" /><Relationship Type="http://schemas.openxmlformats.org/officeDocument/2006/relationships/slide" Target="/ppt/slides/slide4.xml" Id="Rd17bdf7fc2ee442d" /><Relationship Type="http://schemas.openxmlformats.org/officeDocument/2006/relationships/slide" Target="/ppt/slides/slide5.xml" Id="R1ef67b4d9d984e7a" /><Relationship Type="http://schemas.openxmlformats.org/officeDocument/2006/relationships/slide" Target="/ppt/slides/slide6.xml" Id="R113ffee7003e433e" /><Relationship Type="http://schemas.openxmlformats.org/officeDocument/2006/relationships/slide" Target="/ppt/slides/slide7.xml" Id="Rcc0bceb89cc545a4" /><Relationship Type="http://schemas.openxmlformats.org/officeDocument/2006/relationships/slide" Target="/ppt/slides/slide8.xml" Id="Raa558919c40a4763" /><Relationship Type="http://schemas.openxmlformats.org/officeDocument/2006/relationships/slide" Target="/ppt/slides/slide9.xml" Id="R63c429db2a894fe9" /><Relationship Type="http://schemas.openxmlformats.org/officeDocument/2006/relationships/slide" Target="/ppt/slides/slide10.xml" Id="Re5c573e099094f0c" /><Relationship Type="http://schemas.openxmlformats.org/officeDocument/2006/relationships/slide" Target="/ppt/slides/slide11.xml" Id="R2c6d7c19c4b14b13" /><Relationship Type="http://schemas.openxmlformats.org/officeDocument/2006/relationships/slide" Target="/ppt/slides/slide12.xml" Id="R96f25ff8e92e40b6" /><Relationship Type="http://schemas.openxmlformats.org/officeDocument/2006/relationships/slide" Target="/ppt/slides/slide13.xml" Id="R5da9f90863a44d99" /><Relationship Type="http://schemas.openxmlformats.org/officeDocument/2006/relationships/slide" Target="/ppt/slides/slide14.xml" Id="R88dd83917fae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80f897bc6f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94b7a8943f4a2f" /><Relationship Type="http://schemas.openxmlformats.org/officeDocument/2006/relationships/notesMaster" Target="/ppt/notesMasters/notesMaster1.xml" Id="R60ead722a4ec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5b314d8734d89" /><Relationship Type="http://schemas.openxmlformats.org/officeDocument/2006/relationships/notesMaster" Target="/ppt/notesMasters/notesMaster1.xml" Id="R86536f917937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86ead8da894b3a" /><Relationship Type="http://schemas.openxmlformats.org/officeDocument/2006/relationships/notesMaster" Target="/ppt/notesMasters/notesMaster1.xml" Id="Raf8d785b8d4846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23c97b5f8a44d3" /><Relationship Type="http://schemas.openxmlformats.org/officeDocument/2006/relationships/notesMaster" Target="/ppt/notesMasters/notesMaster1.xml" Id="Rce659153e82d43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8c0de6aef34f6a" /><Relationship Type="http://schemas.openxmlformats.org/officeDocument/2006/relationships/notesMaster" Target="/ppt/notesMasters/notesMaster1.xml" Id="R7f266268893542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d2c6b012ea41dc" /><Relationship Type="http://schemas.openxmlformats.org/officeDocument/2006/relationships/notesMaster" Target="/ppt/notesMasters/notesMaster1.xml" Id="Rd8ad209198b440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2613a7e00d465a" /><Relationship Type="http://schemas.openxmlformats.org/officeDocument/2006/relationships/notesMaster" Target="/ppt/notesMasters/notesMaster1.xml" Id="R46c14d6f01d14e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4c2ae63d714055" /><Relationship Type="http://schemas.openxmlformats.org/officeDocument/2006/relationships/notesMaster" Target="/ppt/notesMasters/notesMaster1.xml" Id="Re8176d16e5ae44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72cbdc529f4cf3" /><Relationship Type="http://schemas.openxmlformats.org/officeDocument/2006/relationships/notesMaster" Target="/ppt/notesMasters/notesMaster1.xml" Id="R1ca13aa65e2f4e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e58c422b8f4f90" /><Relationship Type="http://schemas.openxmlformats.org/officeDocument/2006/relationships/notesMaster" Target="/ppt/notesMasters/notesMaster1.xml" Id="R3b9740c562bb49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980fc3257c411b" /><Relationship Type="http://schemas.openxmlformats.org/officeDocument/2006/relationships/notesMaster" Target="/ppt/notesMasters/notesMaster1.xml" Id="R66a4173fd8d244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6c77b8f32d4e17" /><Relationship Type="http://schemas.openxmlformats.org/officeDocument/2006/relationships/notesMaster" Target="/ppt/notesMasters/notesMaster1.xml" Id="R95d8fcf85f5c4e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b8f9d379e84099" /><Relationship Type="http://schemas.openxmlformats.org/officeDocument/2006/relationships/notesMaster" Target="/ppt/notesMasters/notesMaster1.xml" Id="R1bd9e503796b4f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82a863f71240cf" /><Relationship Type="http://schemas.openxmlformats.org/officeDocument/2006/relationships/notesMaster" Target="/ppt/notesMasters/notesMaster1.xml" Id="R5c58f0a3e413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开场先给结论：我们不是让两个聊天窗口直接互相对话，而是让它们都围绕同一个 GitHub 仓库工作。GitHub 保存可复现状态，聊天只传递目标和坐标。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强调这套方案优化的是上下文管理与可追溯性。它能减少重复传输，但不等于把网页版和 Codex 的额度合并，也不保证固定节省比例。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这四个角色不要混淆。网页版负责意图，Codex负责执行，GitHub负责状态，人负责关键决策。这样可以把大部分机械动作自动化，同时保留必要的审阅闸门。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当前实例已经完成这三步：仓库存在、连接器可见且有 push 权限、PR #1 已合并，main 能读取 AGENTS.md。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是自动化的关键：Codex 开始任务前会读取仓库规则。HANDOFF.md 则是我们自行设计的轻量交接约定，用于降低跨会话恢复成本。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https://learn.chatgpt.com/zh-Hans/docs/agent-configuration/agents-md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这张图是日常主流程。只要权限正常，用户不需要自己打开终端执行 Git 命令。人只需要清楚描述任务，并在结果出来后决定是否审阅或合并。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提示词不需要很长，但目标必须可验收。建议写清楚预期产物、不能改变的内容和完成条件，其余分支与提交动作交给仓库规则。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https://learn.chatgpt.com/zh-Hans/docs/agent-configuration/agents-md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分支名必须精确，不要只说“最新版本”。同一任务可以在原分支迭代；新任务应从更新后的 main 创建新分支。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 是必要的人类控制点。自动化可以完成创建分支、提交和推送，但合并影响稳定基线，建议保留人工确认，尤其是公开仓库或重要项目。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用户希望尽量不自己点，这是可以实现的：正常任务几乎全部自动完成。但登录、权限授予、敏感写入和最终合并属于安全边界，系统可能要求确认。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特别提醒：当前 ldz0207/gpt 是公开仓库。.gitignore 只能阻止尚未跟踪的文件；如果秘密已经进入提交历史，删除文件本身不够，首先要轮换或撤销密钥。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排障时不要重复点击或盲目 force-push。先收集仓库、分支、HEAD、Git 状态和错误信息，再决定是授权问题、远端问题还是代码冲突。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现场演示建议选择可在短时间内完成的小任务，例如修改 README 一段文字。成功标准不是聊天回答漂亮，而是 GitHub 出现可审阅的分支、提交和验证记录。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收束时重复三个关键词：可复现、可审阅、可继续。仓库保存事实，分支保存工作边界，HANDOFF 保存最小必要上下文。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https://learn.chatgpt.com/zh-Hans/docs/agent-configuration/agents-md</a:t>
            </a:r>
          </a:p>
          <a:p xmlns:a="http://schemas.openxmlformats.org/drawingml/2006/main">
            <a:r>
              <a:t>- https://github.com/ldz0207/gpt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59bf61e1d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3b503eca0a48c5" /><Relationship Type="http://schemas.openxmlformats.org/officeDocument/2006/relationships/slideLayout" Target="/ppt/slideLayouts/slideLayout1.xml" Id="Ra511ee14de46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1ee14de46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d8f77fdfc44c6" /><Relationship Type="http://schemas.openxmlformats.org/officeDocument/2006/relationships/notesSlide" Target="/ppt/notesSlides/notesSlide1.xml" Id="R48ff5a01ddb04e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7a5f73d14c2b" /><Relationship Type="http://schemas.openxmlformats.org/officeDocument/2006/relationships/notesSlide" Target="/ppt/notesSlides/notesSlide2.xml" Id="R66a3b0818bb447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8868fdecb44e5" /><Relationship Type="http://schemas.openxmlformats.org/officeDocument/2006/relationships/notesSlide" Target="/ppt/notesSlides/notesSlide3.xml" Id="R52edb409a615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8789394c34715" /><Relationship Type="http://schemas.openxmlformats.org/officeDocument/2006/relationships/notesSlide" Target="/ppt/notesSlides/notesSlide4.xml" Id="R73adc4f690fd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bab98e704c5d" /><Relationship Type="http://schemas.openxmlformats.org/officeDocument/2006/relationships/notesSlide" Target="/ppt/notesSlides/notesSlide5.xml" Id="Rb94f08b6016b4f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37ec53b14fbc" /><Relationship Type="http://schemas.openxmlformats.org/officeDocument/2006/relationships/notesSlide" Target="/ppt/notesSlides/notesSlide6.xml" Id="R5a59a54ce6da49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e227115fc4115" /><Relationship Type="http://schemas.openxmlformats.org/officeDocument/2006/relationships/notesSlide" Target="/ppt/notesSlides/notesSlide7.xml" Id="R5ef2385b8a53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38d07eb314249" /><Relationship Type="http://schemas.openxmlformats.org/officeDocument/2006/relationships/notesSlide" Target="/ppt/notesSlides/notesSlide8.xml" Id="Rbbbde59cdb6c41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92ca1a08427c" /><Relationship Type="http://schemas.openxmlformats.org/officeDocument/2006/relationships/notesSlide" Target="/ppt/notesSlides/notesSlide9.xml" Id="Rd296565185894f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b2b12e30a4cbf" /><Relationship Type="http://schemas.openxmlformats.org/officeDocument/2006/relationships/notesSlide" Target="/ppt/notesSlides/notesSlide10.xml" Id="R32ab8bb650ca4d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ca01db94e4b06" /><Relationship Type="http://schemas.openxmlformats.org/officeDocument/2006/relationships/notesSlide" Target="/ppt/notesSlides/notesSlide11.xml" Id="R2fd44b36e3244b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07dd98b834552" /><Relationship Type="http://schemas.openxmlformats.org/officeDocument/2006/relationships/notesSlide" Target="/ppt/notesSlides/notesSlide12.xml" Id="Ra442af65808a4c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d4bcfd2954a5d" /><Relationship Type="http://schemas.openxmlformats.org/officeDocument/2006/relationships/notesSlide" Target="/ppt/notesSlides/notesSlide13.xml" Id="R1a04e67b94314f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3abcab6bd47e2" /><Relationship Type="http://schemas.openxmlformats.org/officeDocument/2006/relationships/notesSlide" Target="/ppt/notesSlides/notesSlide14.xml" Id="Ra7968f92fd3c48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8E1E261-B875-4D12-B9E1-3DC639FE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 GitHub 串联
网页版与 Codex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A1C4F0A-EEB5-402F-95A0-06032DCB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从一句目标到可审阅分支｜实例：ldz0207/gpt｜2026-09-03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DC7C89B-7D07-45F8-8268-9EC3A13B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组会方法分享｜可复现的 AI 协作</a:t>
            </a:r>
          </a:p>
        </p:txBody>
      </p:sp>
    </p:spTree>
    <p:extLst>
      <p:ext uri="{BB962C8B-B14F-4D97-AF65-F5344CB8AC3E}">
        <p14:creationId xmlns:p14="http://schemas.microsoft.com/office/powerpoint/2010/main" val="12295907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E223049-5DF0-4E60-BC31-6667C90B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445A53A-7BA4-47E9-8C3D-59A1698B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核心不是“传消息”，而是“传状态”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EC4C2FE-8534-4AFE-A664-0F945FD8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直接复制聊天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代码与说明反复粘贴
• 很难确认具体版本
• 测试结果容易丢失
• 上下文会越来越长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071ED96-1767-4E1E-BF39-7697293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通过 GitHub 交接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仓库保存完整文件
• 分支隔离每个任务
• commit 锁定精确版本
• HANDOFF 只保留必要摘要</a:t>
            </a:r>
          </a:p>
        </p:txBody>
      </p:sp>
    </p:spTree>
    <p:extLst>
      <p:ext uri="{BB962C8B-B14F-4D97-AF65-F5344CB8AC3E}">
        <p14:creationId xmlns:p14="http://schemas.microsoft.com/office/powerpoint/2010/main" val="2033851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2C88A5C-C055-44EE-8C71-8158115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C5BE6FC-67D0-409F-A5A1-90885924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GitHub 成为共享状态层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A0C9DE2-FF62-410A-87B6-79265CE6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网页版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提出目标、指定仓库和基准分支；读取上一轮结果。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5C0AEE5-F833-40F6-B3E5-C0CF8695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保存文件、分支、提交和 PR；提供唯一交接坐标。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CD0F208-6EE8-447E-B5D3-8E9594EE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读取规则，修改文件，运行测试，提交并 push。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6AE6DE8-F9CB-468E-8B7A-4BD35C1E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只保留两项决策：目标是否正确、PR 是否合并。</a:t>
            </a:r>
          </a:p>
        </p:txBody>
      </p:sp>
    </p:spTree>
    <p:extLst>
      <p:ext uri="{BB962C8B-B14F-4D97-AF65-F5344CB8AC3E}">
        <p14:creationId xmlns:p14="http://schemas.microsoft.com/office/powerpoint/2010/main" val="6022216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ECEF27A-910C-46D8-A1AC-EE757424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8751778-167B-48E4-9DD3-485E4695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一次性配置只做三步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EE835C6-B229-4ADC-8451-F79A981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2CFAFBE-D08E-4DF4-A20B-2B4B6457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E14D339-CD07-464D-9F63-250114BD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DEE40A1-1EA2-400E-B548-A3EF518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STEP 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35E414B-7647-4A05-B1BA-31F6C0F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STEP 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F95BAE1-3CF6-43E9-9C8F-D24AB75A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STEP 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82C95A6-72B5-4DC1-8E22-BF2CC77B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连接授权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 ChatGPT/Codex 可见仓库，并具备所需 push 权限。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DCA9626-04E8-457B-8D2E-42CD9F88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创建仓库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建立 ldz0207/gpt；设置 main 为稳定基线。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48A4D02-6E92-4E5E-B63D-CA2BD6F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合并引导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将 AGENTS、HANDOFF 等规则通过 PR 合入 main。</a:t>
            </a:r>
          </a:p>
        </p:txBody>
      </p:sp>
    </p:spTree>
    <p:extLst>
      <p:ext uri="{BB962C8B-B14F-4D97-AF65-F5344CB8AC3E}">
        <p14:creationId xmlns:p14="http://schemas.microsoft.com/office/powerpoint/2010/main" val="4847637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8C8DDAF-297B-4F18-A2BA-3F1DE87C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5247C73-AB5A-4815-9109-E36449D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四个文件让协作长期稳定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06C347C-9429-4CA9-87AB-D2BA8E1C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AGENTS.md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持久规则：独立分支、测试、提交、push、最终报告。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A85617C-CE26-45DD-95D8-F821D68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HANDOFF.md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最新摘要：任务、结果、验证、分支和下一步。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C41DD53-4741-4CCC-9C2C-AE6037D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README.md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面向使用者的操作说明与提示词模板。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6DB92EA-5D27-4DC1-AC09-0E243541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.gitignore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阻止环境文件、密钥和本地临时目录进入提交。</a:t>
            </a:r>
          </a:p>
        </p:txBody>
      </p:sp>
    </p:spTree>
    <p:extLst>
      <p:ext uri="{BB962C8B-B14F-4D97-AF65-F5344CB8AC3E}">
        <p14:creationId xmlns:p14="http://schemas.microsoft.com/office/powerpoint/2010/main" val="2539602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85F5DE6-E0C6-42DD-A231-083627F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213ED31-C3FD-4A7D-ADA4-F5138E4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日常使用形成闭环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E5074F8-8BC8-46D0-ABC2-C50471DB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7BDF6AB-FC82-4E57-8594-97C4CD8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3EF6F69-87E3-4272-9136-A4114401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E8E4133-96BC-4B41-B3B2-C29FABED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F8789BD-4323-4A23-8C79-ECF73EFF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5E906C0-8A04-4BA2-A7DC-B53FAA36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交接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4B332A-FC14-4E77-B413-5668E91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Codex 自动跑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新建 codex/ 分支，修改、检查、更新 HANDOFF、提交并 push。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3879B2A-C5CC-4A9B-BD23-F58E83D1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一句目标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给出仓库、基准分支和具体任务；无需重新粘贴全部文件。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6C004D9-2A9E-423D-9E07-D52E35B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返回坐标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最终只报告仓库、分支、commit、验证结果和下一步。</a:t>
            </a:r>
          </a:p>
        </p:txBody>
      </p:sp>
    </p:spTree>
    <p:extLst>
      <p:ext uri="{BB962C8B-B14F-4D97-AF65-F5344CB8AC3E}">
        <p14:creationId xmlns:p14="http://schemas.microsoft.com/office/powerpoint/2010/main" val="12872032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3FF31D-F977-471E-8094-B30597B9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9770A74-F009-49E7-8515-059AEEC4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新任务只需给出五项信息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538C864-5F1D-4B59-A240-9942B25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你负责输入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仓库：ldz0207/gpt
基准：最新 main
任务：一句可验收目标
约束：不能改什么
完成：push 并报告坐标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277D2930-8A57-4824-BFBD-4E2BF216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Codex 自动完成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 AGENTS / HANDOFF
创建 codex/&lt;任务名&gt;
修改并运行检查
更新交接摘要
commit、push、返回 SHA</a:t>
            </a:r>
          </a:p>
        </p:txBody>
      </p:sp>
    </p:spTree>
    <p:extLst>
      <p:ext uri="{BB962C8B-B14F-4D97-AF65-F5344CB8AC3E}">
        <p14:creationId xmlns:p14="http://schemas.microsoft.com/office/powerpoint/2010/main" val="9298818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ECAB044-71FB-4F8C-9D3B-5B22C84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6CE4FCB-A226-41C5-9488-ED3412C3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跨端继续时只传分支坐标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48DB65F-F137-4B7A-859A-18BDFB8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网页版 → 本地 Codex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“同步 ldz0207/gpt 的分支 codex/xxx，先读 HANDOFF 和最近提交，再完成后续任务；完成后继续 push。”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BC59A0A-07A0-495B-A9CB-85403FF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本地 Codex → 网页版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“读取 ldz0207/gpt 的分支 codex/xxx，基于当前 HEAD 继续；完成后报告新的 commit SHA。”</a:t>
            </a:r>
          </a:p>
        </p:txBody>
      </p:sp>
    </p:spTree>
    <p:extLst>
      <p:ext uri="{BB962C8B-B14F-4D97-AF65-F5344CB8AC3E}">
        <p14:creationId xmlns:p14="http://schemas.microsoft.com/office/powerpoint/2010/main" val="16998899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0B36392-5E68-4610-BAA0-5914DBD4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8FC13D2-65FC-4B13-ABFE-E56CE39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分支与 PR 构成质量闸门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CB8FC3D-3095-450C-A8E2-A3CAC7A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BA9561E-7EAB-4314-B22A-776EC37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5055330-BFF1-450E-925D-0AE59A3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03723A3-3890-49C7-BFFF-8CCE54FE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2ABD722-7589-4856-AC72-C1336CA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工作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62CD546-7862-420A-8116-804FE6D1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FA9E06E-D847-411D-999A-5C4F05B1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codex/任务名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隔离修改与测试；允许多轮迭代，但避免多人同时改同一分支。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EF964C8-BDE3-4293-BA5C-91B84066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main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只保存已经接受的结果；每个新任务从最新 main 开始。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B786230-4DC6-4A69-89E7-949CE18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Pull Request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集中查看差异和验证记录；确认后再合并回 main。</a:t>
            </a:r>
          </a:p>
        </p:txBody>
      </p:sp>
    </p:spTree>
    <p:extLst>
      <p:ext uri="{BB962C8B-B14F-4D97-AF65-F5344CB8AC3E}">
        <p14:creationId xmlns:p14="http://schemas.microsoft.com/office/powerpoint/2010/main" val="17322371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4801567-A252-43A0-8227-6D44980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70D4BFE-A3EF-4F3F-80D1-9C225846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自动化有边界，关键决策仍由人负责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E2EE9CB-EFD1-4FE8-969D-F8644F10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可以自动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建分支、改文件、测试、更新 HANDOFF、commit 与 push。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82EBD0E-8B7E-4C90-9873-69DA2C8D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建议人工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确认目标、评审重要差异、决定是否合并或发布。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27FC42D-AD0C-4948-970B-BDBF126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可能需授权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首次登录、仓库权限、敏感操作或受保护分支策略。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49FD1ED-D910-4DD7-BBB4-F7055A0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不能假设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“任务完成”不等于已 push；必须核对分支和 commit SHA。</a:t>
            </a:r>
          </a:p>
        </p:txBody>
      </p:sp>
    </p:spTree>
    <p:extLst>
      <p:ext uri="{BB962C8B-B14F-4D97-AF65-F5344CB8AC3E}">
        <p14:creationId xmlns:p14="http://schemas.microsoft.com/office/powerpoint/2010/main" val="13965464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A059183-DCA4-4734-8C11-629943A0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C5063E1-1A8A-47E7-98EB-86F9C45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公开仓库必须先守住四条红线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36F59B0-E418-4BFC-AFC9-F956A09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不提交密钥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 Key、密码、Cookie、证书和 .env 永远不进仓库。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29887AF-5B07-4859-B76E-92361313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不并发改同枝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网页版和本地同时写一个分支，容易产生冲突。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4DAD53B-505E-4938-AC8C-51537077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不直接改 main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除非明确授权；默认通过 codex/ 分支与 PR。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081A2EB-7236-4760-8B6C-E4DD5389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不强制推送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force-push 会改写历史；发现泄露应先轮换密钥。</a:t>
            </a:r>
          </a:p>
        </p:txBody>
      </p:sp>
    </p:spTree>
    <p:extLst>
      <p:ext uri="{BB962C8B-B14F-4D97-AF65-F5344CB8AC3E}">
        <p14:creationId xmlns:p14="http://schemas.microsoft.com/office/powerpoint/2010/main" val="20375387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B280AF3-77A6-4F33-90E7-1B55B47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2BF2A4A-4150-4B28-9E63-B5D14949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故障排查先看“权限”与“坐标”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AF0E084-BDA4-48D1-8FF7-49C47A1E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看不到仓库 / 分支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 GitHub 连接器已授权该仓库
确认仓库名为 ldz0207/gpt
写出完整分支名
私有仓库需单独授权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6D2F8C2-B210-407D-BAC8-105759D7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无法 push / 合并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检查是否有 push 权限
确认远端 origin 正确
先同步最新 main
冲突时停止并人工判断</a:t>
            </a:r>
          </a:p>
        </p:txBody>
      </p:sp>
    </p:spTree>
    <p:extLst>
      <p:ext uri="{BB962C8B-B14F-4D97-AF65-F5344CB8AC3E}">
        <p14:creationId xmlns:p14="http://schemas.microsoft.com/office/powerpoint/2010/main" val="5892989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A6B4C74-C748-4973-AEEE-84908801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A129110-9A59-49A0-B371-F048C77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组会现场演示只需三分钟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1EDD969-76E2-4419-A835-59AF641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EC85BE7-B61A-4D9A-85BB-33E50104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853D6D3-1741-4690-B7ED-A3B3BA80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CBB8C63-6430-4CAE-9AAD-2E05770D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演示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B746A95-E99F-4A99-805A-87002071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演示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4EAEEFB-B40D-4190-B402-A8A6FCC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演示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BBC31CF-D524-4639-9F00-6921F5E1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观察自动化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展示 Codex 自动建分支、修改、验证、提交并 push。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92B75C2-B9F5-4F2E-AEB8-2850832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发起任务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网页版选择 ldz0207/gpt，从 main 提出一个小改动。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E9374A5-D35F-4FBC-AF62-887ED204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验证交接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 GitHub 打开分支或 PR，核对 SHA 与 HANDOFF。</a:t>
            </a:r>
          </a:p>
        </p:txBody>
      </p:sp>
    </p:spTree>
    <p:extLst>
      <p:ext uri="{BB962C8B-B14F-4D97-AF65-F5344CB8AC3E}">
        <p14:creationId xmlns:p14="http://schemas.microsoft.com/office/powerpoint/2010/main" val="8401205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62DC68A-5CEC-4F58-8DEF-4A41637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聊天负责意图
GitHub 负责状态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4083B2B-4267-42F1-BF5F-8CC81689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下一步：从 main 发起新任务，让 Codex 自动建分支、验证、提交并 push。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6FB6A5F-D801-42E0-AC51-C982ABA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结论｜把对话压缩成目标，把过程固化成版本</a:t>
            </a:r>
          </a:p>
        </p:txBody>
      </p:sp>
    </p:spTree>
    <p:extLst>
      <p:ext uri="{BB962C8B-B14F-4D97-AF65-F5344CB8AC3E}">
        <p14:creationId xmlns:p14="http://schemas.microsoft.com/office/powerpoint/2010/main" val="356745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2026-09-03T03:34:14.0080000Z</dcterms:created>
  <dcterms:modified xsi:type="dcterms:W3CDTF">2026-09-03T03:34:14.0080000Z</dcterms:modified>
</coreProperties>
</file>